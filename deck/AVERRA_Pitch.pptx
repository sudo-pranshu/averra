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[0:00–0:35 | 35 s] AVERRA
Good morning. I'm Pranshu Kumar, and this is my co-founder Pawan Shinde. Together we're building AVERRA. Our line is: engineering better movement intelligence.
AVERRA is a biomedical technology company. We turn precise movement sensing into products people can use every day, at prices built for India. We start with two: ParkinSense measures and helps people understand movement, and TremoSense assists people who already live with tremor.
I'll take you through the problem, our products and the competition. Pawan will then take you through the market, our validation, the numbers and exactly what we're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[0:35–1:15 | 40 s] Problem
Start with the people. About 4.6 lakh Indians over sixty live with Parkinson's, and roughly 12.8 lakh more have essential tremor, though that second figure comes from a single study.
Two things fail them. Their movement is measured for a few minutes in a clinic, then not at all. And at home, a tremor of four to twelve hertz turns a spoon into a spill.
Published research backs this up. A 2021 study calls a clinic visit "only a snapshot" of symptoms. The statement people with essential tremor agreed with most was: "I am embarrassed by my tremor when I try to eat or drink in public." And in a study from southern India, 73 of 100 Parkinson's caregivers reported severe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[1:15–1:45 | 30 s] Why now
Why now? Five dated shifts. Apple opened a movement-disorder API in 2018, and an Apple Watch Parkinson's monitor was FDA-cleared in 2022, so wrist-based monitoring has a regulatory path. India made device licensing mandatory in 2023, so we can now plan and cost approval end to end. And India's over-sixty population is set to more than double by 2050.
The hardware is no longer the barrier: the chip at the heart of both products costs about sixteen dollars. Validation is. And this window won't stay open if global brands add tremor features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[1:45–2:20 | 35 s] One company, two products
So here is AVERRA: one company with two complementary products.
ParkinSense is a general wellness wearable for anyone, young or old. It tracks activity and vitals, and its standout feature is tremor detection. TremoSense is assistive: it physically stabilises a spoon for someone whose tremor gets in the way of eating.
They serve different people and different buyers. What they share is real: the same Nordic microcontroller family, the same six-axis IMU, the same signal-processing skills and the same team. We claim no shared revenue or cost savings beyond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[2:20–3:10 | 50 s] ParkinSense
ParkinSense works like a fitness band. You wear it on the wrist, it senses your movement and heart, and it streams that over Bluetooth to our software, which shows the results on a live dashboard. These are the real prototype and the real dashboard, here reading a tremor at 4.88 hertz.
It tracks steps, activity, heart rate, HRV and blood oxygen. What makes it different is tremor detection: a tremor score, its frequency and how much of the day it lasts. And it knows when you're resting, so tremor is never counted as steps.
Where are we? Steps, tremor detection and rest-versus-movement are bench-tested. Heart rate and the dashboard work but need validation, the mobile app is in progress, and a clinical evaluation with ICMR is under way, with results pending. It is a wellness product; it does not diagnose Parkinson's.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[3:10–3:55 | 45 s] TremoSense
TremoSense is for people who already have tremor. This is the real build on the bench: as the handle shakes, the head stays steady.
On a motorised tremor simulator at four, six and eight hertz, the current build rejects about 90 percent of tremor. It runs a real-time operating system, samples at 208 hertz and uses higher-torque servos. The figure is founder-reported, and we'll publish the bench logs alongside the code.
Two people with tremor have tried it so far. That is encouraging, but it is not yet a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[3:55–4:25 | 30 s] Technical architecture
Briefly, how both work. They start from the same physics: separate slow voluntary motion from tremor at four to twelve hertz.
In ParkinSense, the band streams motion and pulse data, and our software runs three pipelines, with a motion-context classifier that stops tremor being counted as steps. In TremoSense, an IMU in the handle feeds a Kalman filter that estimates roll and pitch, and an LQR controller drives two servos that counter-rotate the spoon head, all within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[4:25–5:10 | 45 s] Competition
Competitors, with Indian prices checked this month.
ParkinSense's direct rivals are screenless bands. WHOOP One costs ₹20,890 a year, Garmin's Cirqa ₹25,990, Google's Fitbit Air ₹13,999, and Amazfit's Helio Strap ₹12,000 to fifteen thousand. They are excellent at sleep, recovery and battery life. None offers tremor detection, and ParkinSense costs less than all of them.
For tremor assistance, one GyroGlove costs about 5.6 lakh rupees, imported active spoons sell in India for 0.4 lakh to 0.6 lakh rupees, and a weighted spoon is cheap but passive. TremoSense is an active spoon at a quarter of the cheapest import. We don't yet claim it performs as well; the user study tests that. Over to Pawan.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[5:10–5:55 | 45 s] Market
Thank you, Pranshu. We sized the market bottom-up, product by product.
TremoSense: Parkinson's plus essential tremor patients, half with tremor that disrupts eating, about 8.7 lakh people. At the launch price spread over a three-year life, that's ₹275.7 Cr a year. ParkinSense's first beachhead, households living with Parkinson's, adds ₹141.3 Cr.
Filtering to urban patients under neurologist care gives a SAM of ₹51.9 Cr, and our year-three SOM, built from 30 clinics plus online, is about ₹109 L.
As a general wearable the upside is far larger: India bought 3.5 crore smartwatches in 2024. Winning just 0.25 to 1 percent of premium buyers would mean ₹75.2 L to ₹3.0 Cr a year. We show it as upside only; it is not in our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[5:55–6:45 | 50 s] MVP &amp; validation
What has the MVP proven? Both products work on the bench. Two people with tremor have tried TremoSense informally, and ParkinSense is in a clinical evaluation with ICMR. Our bench tests had no preregistered metric, and we want to be upfront about that.
So we've set the thresholds before the study. At month six, at least ten people with tremor do a self-feeding task. If median tremor reduction is 50 percent or more and at least 60 percent would pay, we persevere. Between 30 and 50 percent, we redesign and re-test once. Below 30 percent, we kill TremoSense and focus on ParkinSense. If it works but fewer than 60 percent would pay, we pivot to clinic rental.
For ParkinSense, the pass mark is dominant-frequency error within 5 percent of a reference device and zero false steps during tremor.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[6:45–7:20 | 35 s] Business model
The business model. Clinicians and occupational therapists bring us patients; families buy the device.
There are four revenue streams: research kits for labs from month ten, which need no medical claim; TremoSense as a sale or rental from month twelve; and from month twenty-five the ParkinSense device and its optional subscription. In year three that's ₹2.12 Cr of cash in, most of it from TremoSense.
We assume no reimbursement. All revenue is out-of-pocket or institutional.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[7:20–8:15 | 55 s] Pricing &amp; unit economics
What one sale earns. A TremoSense at ₹9,999: take out 5 percent GST and a 15 percent clinic margin, and we net ₹8,094. At small-batch cost of ₹4,830, after warranty and shipping, we keep ₹2,538, a 31% contribution margin. Every unit is profitable from the first sale. Once tooling brings cost to ₹2,720, we cut the price to ₹8,999 and still earn more per unit.
A ParkinSense at ₹7,999, after 18 percent GST and online fees, nets ₹6,101 and keeps ₹1,982. The optional plan lifts lifetime value to ₹3,011.
CAC is about ₹1,079 for TremoSense, an LTV to CAC of 3.3; ParkinSense reaches 2.0, positive but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[8:15–9:05 | 50 s] Financial outlook
The plan starts in July 2027 and runs three years. Every line comes from our financial model.
Phase one, the first six months, is about proof: the user study, the patent filing and a regulatory opinion. It costs ₹8.8 L. Phase two launches TremoSense, with first sales in month twelve, and year three scales the clinic network and launches ParkinSense.
Year-one costs are ₹31.6 L, a gross burn of about ₹2.63 L a month. Year two still loses 10.4 lakh rupees as volume builds. We reach sustained operating break-even in month 23, May 2029, and year three makes an operating profit of ₹18.9 L on ₹2.1 Cr of cash in.
Getting there needs ₹48.2 L in total, and that number shapes our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[9:05–9:45 | 40 s] Team &amp; growth
We are both hardware engineers, and we stay the hardware and test engineers ourselves. Pranshu built ParkinSense and co-built TremoSense; he leads the company and the wearable hardware. I co-built TremoSense and lead control and power electronics.
Our gap is commercial, so from month nineteen we hire a clinic sales lead and customer support, and in month twenty-five an app and firmware engineer. The equity split will be set in a founders' agreement.
Growth runs through clinics: from a thousand caregivers reached, we target a quarter trying the device and 40 percent of those buying. These are targets, not data, and three experiments test them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[9:45–10:40 | 55 s] Funding ask &amp; valuation
Now the ask. Reaching profitability needs ₹48.2 L, but today we raise only for milestone one: ₹10,51,171.
We propose a pre-money valuation of ₹75 L, a working target to negotiate. Cost to duplicate gives a floor of ₹44.75 L, and a Berkus-style scorecard gives about ₹60 L. Post-money is P plus I, ₹85,51,171, so the investor owns I over post-money: 12.3%. After a 5 percent ESOP pool, we keep 82.7%.
After this round, a second tranche of ₹37.7 L has to close by month seven, January 2028, priced on the user-study result. If it is late, we pause hiring, inventory and testing, and the buffer covers about eight months of basic costs. The Startup India grant is applied for, not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[10:40–11:25 | 45 s] Use of funds &amp; milestones
Here's what the money buys. About ₹2.7 L keeps both of us full-time for six months, ₹1.6 L builds the study units and runs the user study, and ₹2.5 L covers prototypes, tools and the patent.
We plan to file a provisional patent in month two, build study units in month three, and in month six the user study decides kill or continue. If we continue, tranche two funds EMC testing, the CDSCO filing and a pilot batch, first sales in month twelve, and break-even in month 23.
Why could this fail? Bench results may not turn into easier eating with real food and real hands. That is exactly what the month-six study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[11:25–12:05 | 40 s] Competitive advantage &amp; close
So why will people choose AVERRA? TremoSense is an active spoon at about a quarter of an imported one, built and serviced in India, and it actively cancels tremor where a weighted spoon only adds mass. ParkinSense is the only screenless band here that measures tremor, at ₹7,999 once, with no mandatory subscription.
AVERRA: engineering better movement intelligence. We're asking for ₹10.5 L at a ₹75 L pre-money, 12.3%, to reach a clear yes-or-no on a product that's profitable on every unit.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0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222"/>
        </a:solidFill>
      </p:bgPr>
    </p:bg>
    <p:spTree>
      <p:nvGrpSpPr>
        <p:cNvPr id="1" name=""/>
        <p:cNvGrpSpPr/>
        <p:nvPr/>
      </p:nvGrpSpPr>
      <p:grpSpPr>
        <a:xfrm>
          <a:off x="0" y="0"/>
          <a:ext cx="0" cy="0"/>
          <a:chOff x="0" y="0"/>
          <a:chExt cx="0" cy="0"/>
        </a:xfrm>
      </p:grpSpPr>
      <p:pic>
        <p:nvPicPr>
          <p:cNvPr id="2" name="Image 0" descr="/tmp/claude-0/-home-claude/b1f5a347-2686-5ca3-aca2-ff416511b9bf/scratchpad/shot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AVERRA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AVERRA — Pitch</dc:title>
  <dc:subject>PptxGenJS Presentation</dc:subject>
  <dc:creator>Pranshu Kumar</dc:creator>
  <cp:lastModifiedBy>Pranshu Kumar</cp:lastModifiedBy>
  <cp:revision>1</cp:revision>
  <dcterms:created xsi:type="dcterms:W3CDTF">2026-10-16T08:26:56Z</dcterms:created>
  <dcterms:modified xsi:type="dcterms:W3CDTF">2026-10-16T08:26:56Z</dcterms:modified>
</cp:coreProperties>
</file>